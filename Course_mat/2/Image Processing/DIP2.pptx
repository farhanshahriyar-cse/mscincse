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-96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6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8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9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7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0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9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1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3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4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0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8DF8-A79D-AE45-BA3F-87BA26882750}" type="datetimeFigureOut">
              <a:rPr lang="en-US" smtClean="0"/>
              <a:t>5/13/16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2D33F-2D85-AA4D-9A54-A572E110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5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/>
                <a:cs typeface="Times New Roman"/>
              </a:rPr>
              <a:t>Image Transformation</a:t>
            </a:r>
            <a:endParaRPr lang="en-US" sz="5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97778"/>
            <a:ext cx="6400800" cy="84102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83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0" y="282222"/>
            <a:ext cx="8665616" cy="625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9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96" y="220893"/>
            <a:ext cx="8437786" cy="625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4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2302" b="12302"/>
          <a:stretch>
            <a:fillRect/>
          </a:stretch>
        </p:blipFill>
        <p:spPr>
          <a:xfrm>
            <a:off x="457200" y="465668"/>
            <a:ext cx="8362244" cy="5660496"/>
          </a:xfrm>
        </p:spPr>
      </p:pic>
    </p:spTree>
    <p:extLst>
      <p:ext uri="{BB962C8B-B14F-4D97-AF65-F5344CB8AC3E}">
        <p14:creationId xmlns:p14="http://schemas.microsoft.com/office/powerpoint/2010/main" val="425973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1169" b="11169"/>
          <a:stretch>
            <a:fillRect/>
          </a:stretch>
        </p:blipFill>
        <p:spPr>
          <a:xfrm>
            <a:off x="254000" y="493890"/>
            <a:ext cx="8432800" cy="5632274"/>
          </a:xfr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1354" b="11354"/>
          <a:stretch>
            <a:fillRect/>
          </a:stretch>
        </p:blipFill>
        <p:spPr>
          <a:xfrm>
            <a:off x="457200" y="451556"/>
            <a:ext cx="8503356" cy="5674607"/>
          </a:xfr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1731" b="11731"/>
          <a:stretch>
            <a:fillRect/>
          </a:stretch>
        </p:blipFill>
        <p:spPr>
          <a:xfrm>
            <a:off x="254000" y="274638"/>
            <a:ext cx="8636000" cy="6103584"/>
          </a:xfr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11" y="141111"/>
            <a:ext cx="8311445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508000"/>
            <a:ext cx="7648223" cy="591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44" y="274639"/>
            <a:ext cx="7995356" cy="594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89" y="578556"/>
            <a:ext cx="8065911" cy="57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50333"/>
            <a:ext cx="7953022" cy="584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479777"/>
            <a:ext cx="8348133" cy="611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7" y="274638"/>
            <a:ext cx="8226777" cy="617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7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437443"/>
            <a:ext cx="8037689" cy="608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49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639"/>
            <a:ext cx="8229600" cy="611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1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8557"/>
            <a:ext cx="8051800" cy="598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77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479777"/>
            <a:ext cx="7967133" cy="565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5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7" y="522111"/>
            <a:ext cx="8348133" cy="618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17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9222"/>
            <a:ext cx="8229600" cy="612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02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3889"/>
            <a:ext cx="8229600" cy="608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6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Macintosh PowerPoint</Application>
  <PresentationFormat>On-screen Show (4:3)</PresentationFormat>
  <Paragraphs>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Image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RUET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MAMUN MAMUN</dc:creator>
  <cp:lastModifiedBy>MAMUN MAMUN</cp:lastModifiedBy>
  <cp:revision>9</cp:revision>
  <dcterms:created xsi:type="dcterms:W3CDTF">2016-04-16T17:23:47Z</dcterms:created>
  <dcterms:modified xsi:type="dcterms:W3CDTF">2016-05-13T10:07:40Z</dcterms:modified>
</cp:coreProperties>
</file>